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57"/>
  </p:normalViewPr>
  <p:slideViewPr>
    <p:cSldViewPr snapToGrid="0" snapToObjects="1">
      <p:cViewPr varScale="1">
        <p:scale>
          <a:sx n="102" d="100"/>
          <a:sy n="102" d="100"/>
        </p:scale>
        <p:origin x="8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011680"/>
            <a:ext cx="137160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Flujo de Datos en SwiftUI</a:t>
            </a:r>
          </a:p>
          <a:p>
            <a:pPr>
              <a:spcBef>
                <a:spcPts val="1000"/>
              </a:spcBef>
              <a:defRPr sz="2400">
                <a:solidFill>
                  <a:srgbClr val="38BDF8"/>
                </a:solidFill>
                <a:latin typeface="Arial"/>
              </a:defRPr>
            </a:pPr>
            <a:r>
              <a:t>Comprendiendo @State y @Binding a Fondo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25523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rPr lang="es-419" dirty="0"/>
              <a:t>Ariana Ileen del Carpio Flores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SWIFTUI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El Paradigma Declarativo vs Imperativo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FB923C"/>
                </a:solidFill>
              </a:defRPr>
            </a:pPr>
            <a:r>
              <a:t>Enfoque Imperativo (UIKit)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Dices el 'Cómo': Creas, añades y modificas manualmente las vistas mediante código paso a paso.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Tú manejas los eventos y actualizas la interfaz explícitamente (ej. 'label.text = nuevoTexto').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Riesgo alto de inconsistencia: El estado interno de tu lógica puede desalinearse de lo que ve el usuario.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Enfoque Declarativo (SwiftUI)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Dices el 'Qué': Describes cómo debe lucir la interfaz en base al estado actual.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La UI es una función directa del estado: UI = f(State). Si el estado cambia, la interfaz se recalcula de forma automática.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Menos código repetitivo, libre de efectos secundarios y con una única fuente de la verdad (Single Source of Truth).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SWIFTUI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El Concepto de Estado y el Property Wrapper @State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8BDF8"/>
                </a:solidFill>
              </a:defRPr>
            </a:pPr>
            <a:r>
              <a:t>¿Qué es el Estado?</a:t>
            </a:r>
          </a:p>
          <a:p>
            <a:pPr>
              <a:spcAft>
                <a:spcPts val="2000"/>
              </a:spcAft>
              <a:defRPr sz="1400">
                <a:solidFill>
                  <a:srgbClr val="F8FAFC"/>
                </a:solidFill>
              </a:defRPr>
            </a:pPr>
            <a:r>
              <a:t>Es cualquier información o dato que cambia a lo largo del tiempo e impacta directamente el comportamiento o la apariencia de la interfaz (ej. un contador, un campo de texto, un booleano de carga).</a:t>
            </a:r>
          </a:p>
          <a:p>
            <a:pPr>
              <a:spcAft>
                <a:spcPts val="1000"/>
              </a:spcAft>
              <a:defRPr sz="2000" b="1">
                <a:solidFill>
                  <a:srgbClr val="38BDF8"/>
                </a:solidFill>
              </a:defRPr>
            </a:pPr>
            <a:r>
              <a:t>¿Para qué sirve @State?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Las vistas en SwiftUI son Estructuras (structs), lo que significa que son inmutables por naturaleza. El property wrapper @State le indica al sistema que mueva el almacenamiento de esa variable fuera del struct hacia una memoria gestionada directamente por SwiftUI, permitiendo su modificación.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0"/>
            <a:ext cx="457200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FB923C"/>
                </a:solidFill>
              </a:defRPr>
            </a:pPr>
            <a:r>
              <a:t>💡 Regla de Oro de @State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Debe marcarse siempre como 'private' porque le pertenece únicamente a esa vista específica. Su propósito es manejar el estado puramente local de la interfaz.</a:t>
            </a:r>
          </a:p>
          <a:p>
            <a:pPr>
              <a:defRPr sz="1300">
                <a:solidFill>
                  <a:srgbClr val="38BDF8"/>
                </a:solidFill>
                <a:latin typeface="Courier New"/>
              </a:defRPr>
            </a:pPr>
            <a:r>
              <a:t>Ejemplo:</a:t>
            </a:r>
            <a:br/>
            <a:r>
              <a:t>@State private var isLoading: Bool = false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SWIFTUI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El Ciclo de Vida del Flujo de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23774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1. ESTADO</a:t>
            </a:r>
            <a:br/>
            <a:r>
              <a:t>La Fuente de la Verdad (@State cambia)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74720" y="3200400"/>
            <a:ext cx="54864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06240" y="2743200"/>
            <a:ext cx="23774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2. RENDERIZADO</a:t>
            </a:r>
            <a:br/>
            <a:r>
              <a:t>SwiftUI invalida la vista y recalcula el body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766560" y="3200400"/>
            <a:ext cx="54864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79" y="2743200"/>
            <a:ext cx="23774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3. ACCIÓN</a:t>
            </a:r>
            <a:br/>
            <a:r>
              <a:t>El usuario interactúa (ej. Tap en botón)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🔄 ¿Qué sucede exactamente por debajo?</a:t>
            </a:r>
            <a:br/>
            <a:r>
              <a:t>Cuando el valor de un @State muta, SwiftUI identifica inteligentemente qué vistas dependen de esa propiedad y actualiza únicamente las partes de la jerarquía que han cambiado de forma ultra eficiente.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SWIFTUI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Ejemplo Práctico de @State: Un Contador Local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200">
                <a:solidFill>
                  <a:srgbClr val="E8F0FE"/>
                </a:solidFill>
                <a:latin typeface="Consolas"/>
              </a:defRPr>
            </a:pPr>
            <a:r>
              <a:t>import SwiftUI</a:t>
            </a:r>
            <a:br/>
            <a:br/>
            <a:r>
              <a:t>struct ContadorView: View {</a:t>
            </a:r>
            <a:br/>
            <a:r>
              <a:t>    // El estado le pertenece localmente a esta vista</a:t>
            </a:r>
            <a:br/>
            <a:r>
              <a:t>    @State private var contador = 0</a:t>
            </a:r>
            <a:br/>
            <a:br/>
            <a:r>
              <a:t>    var body: some View {</a:t>
            </a:r>
            <a:br/>
            <a:r>
              <a:t>        VStack(spacing: 20) {</a:t>
            </a:r>
            <a:br/>
            <a:r>
              <a:t>            Text("Clicks: \(contador)")</a:t>
            </a:r>
            <a:br/>
            <a:r>
              <a:t>                .font(.largeTitle)</a:t>
            </a:r>
            <a:br/>
            <a:br/>
            <a:r>
              <a:t>            Button("Incrementar") {</a:t>
            </a:r>
            <a:br/>
            <a:r>
              <a:t>                // Mutar la variable actualiza automáticamente la UI</a:t>
            </a:r>
            <a:br/>
            <a:r>
              <a:t>                contador += 1</a:t>
            </a:r>
            <a:br/>
            <a:r>
              <a:t>            }</a:t>
            </a:r>
            <a:br/>
            <a:r>
              <a:t>            .buttonStyle(.borderedProminent)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64592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Análisis del Código: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Inicialización: 'contador' se define con valor 0 de forma local.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Lectura: El componente Text lee el valor actual de 'contador' de forma reactiva.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Escritura: El botón modifica directamente el valor en el bloque de acción.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Reactividad instantánea: SwiftUI gestiona por debajo la invalidación y redibujado de la vista.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SWIFTUI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Compartiendo el Estado mediante @Binding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8BDF8"/>
                </a:solidFill>
              </a:defRPr>
            </a:pPr>
            <a:r>
              <a:t>¿Qué es @Binding?</a:t>
            </a:r>
          </a:p>
          <a:p>
            <a:pPr>
              <a:spcAft>
                <a:spcPts val="1500"/>
              </a:spcAft>
              <a:defRPr sz="1400">
                <a:solidFill>
                  <a:srgbClr val="F8FAFC"/>
                </a:solidFill>
              </a:defRPr>
            </a:pPr>
            <a:r>
              <a:t>Es un property wrapper que crea una conexión bidireccional (a dos vías) entre una vista secundaria que lee y modifica un dato, y una vista principal que posee la Fuente de la Verdad (@State).</a:t>
            </a:r>
          </a:p>
          <a:p>
            <a:pPr>
              <a:spcAft>
                <a:spcPts val="1000"/>
              </a:spcAft>
              <a:defRPr sz="1600" b="1">
                <a:solidFill>
                  <a:srgbClr val="FB923C"/>
                </a:solidFill>
              </a:defRPr>
            </a:pPr>
            <a:r>
              <a:t>Características Clave: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No almacena datos propios: Actúa como una referencia o puntero al @State original.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Lectura y Escritura: Si la vista secundaria cambia el valor a través del @Binding, altera directamente el @State de la madre.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Sintaxis con signo de dólar ($): Se pasa usando la proyección de la variable (ej. $estaActivado).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2011680"/>
            <a:ext cx="4114800" cy="32004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📋 Analogía Práctica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Piensa en el @State como un documento maestro guardado en una nube central, y el @Binding como un enlace compartido de edición entregado a un componente hijo. Cualquiera que lo altere modificará el archivo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SWIFTUI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Ejemplo Práctico: Vista Padre e Hijo Comunicados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6217920" cy="457200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100">
                <a:solidFill>
                  <a:srgbClr val="E8F0FE"/>
                </a:solidFill>
                <a:latin typeface="Consolas"/>
              </a:defRPr>
            </a:pPr>
            <a:r>
              <a:t>// Vista Hijo que altera el flujo</a:t>
            </a:r>
            <a:br/>
            <a:r>
              <a:t>struct SwitchHijoView: View {</a:t>
            </a:r>
            <a:br/>
            <a:r>
              <a:t>    @Binding var encendido: Bool // Sin valor inicial</a:t>
            </a:r>
            <a:br/>
            <a:br/>
            <a:r>
              <a:t>    var body: some View {</a:t>
            </a:r>
            <a:br/>
            <a:r>
              <a:t>        Toggle("Estado Remoto", isOn: $encendido)</a:t>
            </a:r>
            <a:br/>
            <a:r>
              <a:t>            .padding()</a:t>
            </a:r>
            <a:br/>
            <a:r>
              <a:t>    }</a:t>
            </a:r>
            <a:br/>
            <a:r>
              <a:t>}</a:t>
            </a:r>
            <a:br/>
            <a:br/>
            <a:r>
              <a:t>// Vista Padre que tiene la verdad</a:t>
            </a:r>
            <a:br/>
            <a:r>
              <a:t>struct PrincipalView: View {</a:t>
            </a:r>
            <a:br/>
            <a:r>
              <a:t>    @State private var esActivo = false</a:t>
            </a:r>
            <a:br/>
            <a:br/>
            <a:r>
              <a:t>    var body: some View {</a:t>
            </a:r>
            <a:br/>
            <a:r>
              <a:t>        VStack {</a:t>
            </a:r>
            <a:br/>
            <a:r>
              <a:t>            Text(esActivo ? "ON" : "OFF")</a:t>
            </a:r>
            <a:br/>
            <a:r>
              <a:t>            // Pasamos la referencia con $</a:t>
            </a:r>
            <a:br/>
            <a:r>
              <a:t>            SwitchHijoView(encendido: $esActivo)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6459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Flujo de los Datos: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La vista 'PrincipalView' contiene la propiedad real guardada en memoria (@State).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Al invocar a 'SwitchHijoView', usamos '$esActivo' para inyectarle el binding de dos vías.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Cuando el Toggle dentro del Hijo cambia de posición, modifica 'encendido' lo que impacta inmediatamente a 'esActivo' del padre, gatillando el rediseño coordinado.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SWIFTUI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Diferencias Clave y Cuándo usar cada 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Criterio                            @State                                          @Binding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10698480" cy="18288"/>
          </a:xfrm>
          <a:prstGeom prst="rect">
            <a:avLst/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300" b="1">
                <a:solidFill>
                  <a:srgbClr val="FB923C"/>
                </a:solidFill>
              </a:defRPr>
            </a:pPr>
            <a:r>
              <a:t>• Almacenamiento: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   - @State: Posee los datos físicamente en memoria.</a:t>
            </a:r>
            <a:br/>
            <a:r>
              <a:t>   - @Binding: No almacena datos. Solo referencia un estado existente.</a:t>
            </a:r>
          </a:p>
          <a:p>
            <a:pPr>
              <a:defRPr sz="1300" b="1">
                <a:solidFill>
                  <a:srgbClr val="FB923C"/>
                </a:solidFill>
              </a:defRPr>
            </a:pPr>
            <a:r>
              <a:t>• Inicialización: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   - @State: Requiere un valor inicial (ej. = false).</a:t>
            </a:r>
            <a:br/>
            <a:r>
              <a:t>   - @Binding: No se inicializa con un valor por defecto.</a:t>
            </a:r>
          </a:p>
          <a:p>
            <a:pPr>
              <a:defRPr sz="1300" b="1">
                <a:solidFill>
                  <a:srgbClr val="FB923C"/>
                </a:solidFill>
              </a:defRPr>
            </a:pPr>
            <a:r>
              <a:t>• Ámbito de Uso: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   - @State: Privado y exclusivo de la vista actual (Local).</a:t>
            </a:r>
            <a:br/>
            <a:r>
              <a:t>   - @Binding: Para compartir acceso de edición con componentes hijos.</a:t>
            </a:r>
          </a:p>
          <a:p>
            <a:pPr>
              <a:defRPr sz="1300" b="1">
                <a:solidFill>
                  <a:srgbClr val="FB923C"/>
                </a:solidFill>
              </a:defRPr>
            </a:pPr>
            <a:r>
              <a:t>• Caso de Uso Típico: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   - @State: Campos de texto de un formulario, flags de animaciones locales.</a:t>
            </a:r>
            <a:br/>
            <a:r>
              <a:t>   - @Binding: Custom Toggles, botones reutilizables, modales controlados desde el hijo.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9855</TotalTime>
  <Words>1128</Words>
  <Application>Microsoft Macintosh PowerPoint</Application>
  <PresentationFormat>Panorámica</PresentationFormat>
  <Paragraphs>65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Ariana Ileen Del Carpio Flores</cp:lastModifiedBy>
  <cp:revision>2</cp:revision>
  <dcterms:created xsi:type="dcterms:W3CDTF">2013-01-27T09:14:16Z</dcterms:created>
  <dcterms:modified xsi:type="dcterms:W3CDTF">2026-07-07T11:41:38Z</dcterms:modified>
  <cp:category/>
</cp:coreProperties>
</file>